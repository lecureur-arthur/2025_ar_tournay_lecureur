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8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8A9D2-C737-46D3-9B6C-F18CDA8E6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2" y="1312992"/>
            <a:ext cx="10318418" cy="4394988"/>
          </a:xfrm>
        </p:spPr>
        <p:txBody>
          <a:bodyPr/>
          <a:lstStyle/>
          <a:p>
            <a:r>
              <a:rPr lang="fr-FR" dirty="0"/>
              <a:t>Projet AR</a:t>
            </a:r>
            <a:br>
              <a:rPr lang="fr-FR" dirty="0"/>
            </a:br>
            <a:r>
              <a:rPr lang="fr-FR" dirty="0"/>
              <a:t>Augmonia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8FD1E3-1FDB-586F-401F-681CB9F13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5045" y="5985631"/>
            <a:ext cx="8045373" cy="742279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Supervisé par E. Blanchard et C. Coupry</a:t>
            </a:r>
          </a:p>
          <a:p>
            <a:r>
              <a:rPr lang="fr-FR" dirty="0"/>
              <a:t>Réalisé par A. Lecureur et C. Tournay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6490E5D-833A-59FA-226B-8E8ACD593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0" y="0"/>
            <a:ext cx="3296753" cy="82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6BA38B3-7E19-F207-41F3-9FF4BC44BB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31" b="4184"/>
          <a:stretch>
            <a:fillRect/>
          </a:stretch>
        </p:blipFill>
        <p:spPr>
          <a:xfrm rot="483616">
            <a:off x="7212906" y="1192268"/>
            <a:ext cx="3493882" cy="250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133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4362D-3098-EF5B-CCC9-E47F2A67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DAC01C-742F-FC6E-C21D-25B68990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249" y="2183365"/>
            <a:ext cx="6352771" cy="3593591"/>
          </a:xfrm>
        </p:spPr>
        <p:txBody>
          <a:bodyPr/>
          <a:lstStyle/>
          <a:p>
            <a:r>
              <a:rPr lang="fr-FR" dirty="0"/>
              <a:t>Choix du projet</a:t>
            </a:r>
          </a:p>
          <a:p>
            <a:r>
              <a:rPr lang="fr-FR" dirty="0"/>
              <a:t>Développement du projet</a:t>
            </a:r>
          </a:p>
          <a:p>
            <a:pPr lvl="1"/>
            <a:r>
              <a:rPr lang="fr-FR" dirty="0"/>
              <a:t>Développement de la génération des monstres</a:t>
            </a:r>
          </a:p>
          <a:p>
            <a:pPr lvl="1"/>
            <a:r>
              <a:rPr lang="fr-FR" dirty="0"/>
              <a:t>Développement du lancer de dé</a:t>
            </a:r>
          </a:p>
          <a:p>
            <a:pPr lvl="1"/>
            <a:r>
              <a:rPr lang="fr-FR" dirty="0"/>
              <a:t>Développement du combat</a:t>
            </a:r>
          </a:p>
          <a:p>
            <a:pPr lvl="1"/>
            <a:r>
              <a:rPr lang="fr-FR" dirty="0"/>
              <a:t>Fusion des fonctionnalités</a:t>
            </a:r>
          </a:p>
          <a:p>
            <a:r>
              <a:rPr lang="fr-FR" dirty="0"/>
              <a:t>Conclusion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EFF6E8-4AEF-B3AB-31F6-DE2440BC2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349" y="215236"/>
            <a:ext cx="3195475" cy="476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8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CDA0FC-FD55-2E56-131B-3974CF5A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D68107-CEDA-156F-4312-3973922F9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149605"/>
            <a:ext cx="10178322" cy="4146038"/>
          </a:xfrm>
        </p:spPr>
        <p:txBody>
          <a:bodyPr>
            <a:normAutofit/>
          </a:bodyPr>
          <a:lstStyle/>
          <a:p>
            <a:r>
              <a:rPr lang="fr-FR" dirty="0"/>
              <a:t>Développement d’un jeu vidéo en AR</a:t>
            </a:r>
          </a:p>
          <a:p>
            <a:r>
              <a:rPr lang="fr-FR" dirty="0"/>
              <a:t>Combattre des araignées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Pourquoi la AR ?</a:t>
            </a:r>
          </a:p>
          <a:p>
            <a:pPr lvl="1"/>
            <a:r>
              <a:rPr lang="fr-FR" dirty="0"/>
              <a:t>Permet de simuler un vrai combat sans appareil dédié (console de jeu, un casque VR)</a:t>
            </a:r>
          </a:p>
          <a:p>
            <a:pPr lvl="1"/>
            <a:r>
              <a:rPr lang="fr-FR" dirty="0"/>
              <a:t>Immersif car s’ancre dans l’environnement réel</a:t>
            </a:r>
          </a:p>
          <a:p>
            <a:pPr lvl="1"/>
            <a:r>
              <a:rPr lang="fr-FR" dirty="0"/>
              <a:t>Utiliser des éléments du quotidien pour immerger des objets virtuels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FF6B22-B916-2112-CBE0-06EE617F1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770" y="228595"/>
            <a:ext cx="2208230" cy="32918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0FF6DB-5662-A7ED-88C8-9AFDE0DA3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69" y="228595"/>
            <a:ext cx="2208785" cy="329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0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BE581-BE91-5CFA-DB88-2EB4519E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91716"/>
            <a:ext cx="10392926" cy="1492132"/>
          </a:xfrm>
        </p:spPr>
        <p:txBody>
          <a:bodyPr/>
          <a:lstStyle/>
          <a:p>
            <a:r>
              <a:rPr lang="fr-FR" dirty="0"/>
              <a:t>Comment générer des monstres ?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7766147-475F-46D7-0616-DD0C1D05A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25666"/>
              </p:ext>
            </p:extLst>
          </p:nvPr>
        </p:nvGraphicFramePr>
        <p:xfrm>
          <a:off x="5094441" y="2415661"/>
          <a:ext cx="6354220" cy="307079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177110">
                  <a:extLst>
                    <a:ext uri="{9D8B030D-6E8A-4147-A177-3AD203B41FA5}">
                      <a16:colId xmlns:a16="http://schemas.microsoft.com/office/drawing/2014/main" val="4167600255"/>
                    </a:ext>
                  </a:extLst>
                </a:gridCol>
                <a:gridCol w="3177110">
                  <a:extLst>
                    <a:ext uri="{9D8B030D-6E8A-4147-A177-3AD203B41FA5}">
                      <a16:colId xmlns:a16="http://schemas.microsoft.com/office/drawing/2014/main" val="2653381744"/>
                    </a:ext>
                  </a:extLst>
                </a:gridCol>
              </a:tblGrid>
              <a:tr h="761351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1761"/>
                  </a:ext>
                </a:extLst>
              </a:tr>
              <a:tr h="77404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Scan d’une carte prédéfinie</a:t>
                      </a:r>
                    </a:p>
                    <a:p>
                      <a:pPr algn="ctr"/>
                      <a:endParaRPr lang="fr-FR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82876"/>
                  </a:ext>
                </a:extLst>
              </a:tr>
              <a:tr h="761351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Problèmes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810937"/>
                  </a:ext>
                </a:extLst>
              </a:tr>
              <a:tr h="774047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fr-FR" dirty="0"/>
                        <a:t>Apparition de l’objet au bon endroit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Faire apparaître l’objet sur la carte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1543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E1212BC3-18E9-1548-249C-256D1E56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76" y="2415662"/>
            <a:ext cx="3164626" cy="307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1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1D2480-932C-2ECD-7C48-FA3F8754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Faire un lancer de dé en AR ?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92C4245-7D6B-22B8-D7FF-1BD57FFEF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745558"/>
              </p:ext>
            </p:extLst>
          </p:nvPr>
        </p:nvGraphicFramePr>
        <p:xfrm>
          <a:off x="5094441" y="2415661"/>
          <a:ext cx="6354220" cy="307079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177110">
                  <a:extLst>
                    <a:ext uri="{9D8B030D-6E8A-4147-A177-3AD203B41FA5}">
                      <a16:colId xmlns:a16="http://schemas.microsoft.com/office/drawing/2014/main" val="4167600255"/>
                    </a:ext>
                  </a:extLst>
                </a:gridCol>
                <a:gridCol w="3177110">
                  <a:extLst>
                    <a:ext uri="{9D8B030D-6E8A-4147-A177-3AD203B41FA5}">
                      <a16:colId xmlns:a16="http://schemas.microsoft.com/office/drawing/2014/main" val="2653381744"/>
                    </a:ext>
                  </a:extLst>
                </a:gridCol>
              </a:tblGrid>
              <a:tr h="761351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1761"/>
                  </a:ext>
                </a:extLst>
              </a:tr>
              <a:tr h="774047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dirty="0"/>
                        <a:t>Définir une zone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dirty="0">
                          <a:solidFill>
                            <a:srgbClr val="2A1A00"/>
                          </a:solidFill>
                        </a:rPr>
                        <a:t>Toucher l’écran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82876"/>
                  </a:ext>
                </a:extLst>
              </a:tr>
              <a:tr h="761351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Problèmes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810937"/>
                  </a:ext>
                </a:extLst>
              </a:tr>
              <a:tr h="774047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Chute infinie du dé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Impossibilité de relancer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Utilisation d’un ARPlane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Utilisation d’un timer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1543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3A6FED27-6E15-71D4-1F00-DF3373C3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66" t="16948" r="25023" b="19276"/>
          <a:stretch>
            <a:fillRect/>
          </a:stretch>
        </p:blipFill>
        <p:spPr>
          <a:xfrm>
            <a:off x="1576872" y="2677886"/>
            <a:ext cx="2649896" cy="267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49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A2671-2BC8-86CF-187C-89D22516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Simuler un combat en AR ?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39D97D6-0D9C-EB87-F0E1-26A8BB500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873083"/>
              </p:ext>
            </p:extLst>
          </p:nvPr>
        </p:nvGraphicFramePr>
        <p:xfrm>
          <a:off x="4586102" y="2213042"/>
          <a:ext cx="6354220" cy="307079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177110">
                  <a:extLst>
                    <a:ext uri="{9D8B030D-6E8A-4147-A177-3AD203B41FA5}">
                      <a16:colId xmlns:a16="http://schemas.microsoft.com/office/drawing/2014/main" val="4167600255"/>
                    </a:ext>
                  </a:extLst>
                </a:gridCol>
                <a:gridCol w="3177110">
                  <a:extLst>
                    <a:ext uri="{9D8B030D-6E8A-4147-A177-3AD203B41FA5}">
                      <a16:colId xmlns:a16="http://schemas.microsoft.com/office/drawing/2014/main" val="2653381744"/>
                    </a:ext>
                  </a:extLst>
                </a:gridCol>
              </a:tblGrid>
              <a:tr h="761351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1761"/>
                  </a:ext>
                </a:extLst>
              </a:tr>
              <a:tr h="77404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Toucher l’écran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82876"/>
                  </a:ext>
                </a:extLst>
              </a:tr>
              <a:tr h="761351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Problèmes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810937"/>
                  </a:ext>
                </a:extLst>
              </a:tr>
              <a:tr h="774047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fr-FR" dirty="0"/>
                        <a:t>Système de victoire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Création d’une liste d’objets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1543"/>
                  </a:ext>
                </a:extLst>
              </a:tr>
            </a:tbl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A3C4D8B7-2E3C-3DAC-7D48-E79CCDC8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31" b="4184"/>
          <a:stretch>
            <a:fillRect/>
          </a:stretch>
        </p:blipFill>
        <p:spPr>
          <a:xfrm rot="991575">
            <a:off x="8584506" y="1199766"/>
            <a:ext cx="3493882" cy="250637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478FC0C-0338-A2FD-4F6F-EBD261DD8E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80" t="18072" r="30081" b="27815"/>
          <a:stretch>
            <a:fillRect/>
          </a:stretch>
        </p:blipFill>
        <p:spPr>
          <a:xfrm>
            <a:off x="1474237" y="2681191"/>
            <a:ext cx="2321035" cy="23022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296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5EB58-7DAC-4B90-9ED0-8702A000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Fusion des fonctionnalités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C3C22A4-B8E1-F525-01F7-9BC949891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231504"/>
              </p:ext>
            </p:extLst>
          </p:nvPr>
        </p:nvGraphicFramePr>
        <p:xfrm>
          <a:off x="5094441" y="2415661"/>
          <a:ext cx="6354220" cy="32111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177110">
                  <a:extLst>
                    <a:ext uri="{9D8B030D-6E8A-4147-A177-3AD203B41FA5}">
                      <a16:colId xmlns:a16="http://schemas.microsoft.com/office/drawing/2014/main" val="4167600255"/>
                    </a:ext>
                  </a:extLst>
                </a:gridCol>
                <a:gridCol w="3177110">
                  <a:extLst>
                    <a:ext uri="{9D8B030D-6E8A-4147-A177-3AD203B41FA5}">
                      <a16:colId xmlns:a16="http://schemas.microsoft.com/office/drawing/2014/main" val="2653381744"/>
                    </a:ext>
                  </a:extLst>
                </a:gridCol>
              </a:tblGrid>
              <a:tr h="761351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1761"/>
                  </a:ext>
                </a:extLst>
              </a:tr>
              <a:tr h="77404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Récupérer la valeur du dé pour récupérer le bon nombre d’araignées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82876"/>
                  </a:ext>
                </a:extLst>
              </a:tr>
              <a:tr h="761351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Problèmes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810937"/>
                  </a:ext>
                </a:extLst>
              </a:tr>
              <a:tr h="774047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Toucher l’écran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Récupération de la valeur du dé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Création de deux scènes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FR" dirty="0"/>
                        <a:t>Faire un GameObject indestructible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1543"/>
                  </a:ext>
                </a:extLst>
              </a:tr>
            </a:tbl>
          </a:graphicData>
        </a:graphic>
      </p:graphicFrame>
      <p:pic>
        <p:nvPicPr>
          <p:cNvPr id="5" name="video">
            <a:hlinkClick r:id="" action="ppaction://media"/>
            <a:extLst>
              <a:ext uri="{FF2B5EF4-FFF2-40B4-BE49-F238E27FC236}">
                <a16:creationId xmlns:a16="http://schemas.microsoft.com/office/drawing/2014/main" id="{6C0A1156-BA58-268D-6A9D-5B00733CAD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459675"/>
            <a:ext cx="2494971" cy="528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8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8E8FD9-377D-9E8E-924C-B9F61460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C5DADC-C5F6-2FEA-53B7-04A188F6B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Bilan</a:t>
            </a:r>
          </a:p>
          <a:p>
            <a:pPr lvl="1"/>
            <a:r>
              <a:rPr lang="fr-FR" dirty="0"/>
              <a:t>Réalisation d’un jeu en AR de combat de monstres</a:t>
            </a:r>
          </a:p>
          <a:p>
            <a:r>
              <a:rPr lang="fr-FR" dirty="0"/>
              <a:t>Perspectives d’amélioration :</a:t>
            </a:r>
          </a:p>
          <a:p>
            <a:pPr lvl="1"/>
            <a:r>
              <a:rPr lang="fr-FR" dirty="0"/>
              <a:t>Faire des cartes joueur </a:t>
            </a:r>
          </a:p>
          <a:p>
            <a:pPr lvl="1"/>
            <a:r>
              <a:rPr lang="fr-FR" dirty="0"/>
              <a:t>Faire davantage de cartes monstres</a:t>
            </a:r>
          </a:p>
          <a:p>
            <a:pPr lvl="1"/>
            <a:r>
              <a:rPr lang="fr-FR" dirty="0"/>
              <a:t>Faire plusieurs combats d’affilé</a:t>
            </a:r>
          </a:p>
          <a:p>
            <a:pPr lvl="1"/>
            <a:r>
              <a:rPr lang="fr-FR" dirty="0"/>
              <a:t>Générer des attaques différentes suivant le joueur incarné et suivant le monstre à combattre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395D3A-955B-961D-613B-A3AE88AF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21" t="26021" r="41270" b="26360"/>
          <a:stretch>
            <a:fillRect/>
          </a:stretch>
        </p:blipFill>
        <p:spPr>
          <a:xfrm>
            <a:off x="9694505" y="867748"/>
            <a:ext cx="1987421" cy="42805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26E82B7-6CAF-1E27-F8E5-0B6B28F0C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79" t="26701" r="33447" b="25680"/>
          <a:stretch>
            <a:fillRect/>
          </a:stretch>
        </p:blipFill>
        <p:spPr>
          <a:xfrm flipH="1">
            <a:off x="-217068" y="3903620"/>
            <a:ext cx="2377797" cy="30850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97AAE54-3766-98A1-760E-4B8C938F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79" t="30442" r="33447" b="38605"/>
          <a:stretch>
            <a:fillRect/>
          </a:stretch>
        </p:blipFill>
        <p:spPr>
          <a:xfrm flipH="1">
            <a:off x="-143932" y="867748"/>
            <a:ext cx="1987421" cy="161556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86A7839-C26D-5E49-7C37-BF74CBA316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614" t="22279" r="19842" b="28402"/>
          <a:stretch>
            <a:fillRect/>
          </a:stretch>
        </p:blipFill>
        <p:spPr>
          <a:xfrm rot="217522">
            <a:off x="5786305" y="-15869"/>
            <a:ext cx="3380389" cy="275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2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470D-33CD-EF16-6C70-9E10FC5B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AF11AA-3D61-AF85-9170-8F529DAC5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 </a:t>
            </a:r>
            <a:br>
              <a:rPr lang="fr-FR" dirty="0"/>
            </a:br>
            <a:r>
              <a:rPr lang="fr-FR" dirty="0"/>
              <a:t>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847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937</TotalTime>
  <Words>247</Words>
  <Application>Microsoft Office PowerPoint</Application>
  <PresentationFormat>Grand écran</PresentationFormat>
  <Paragraphs>62</Paragraphs>
  <Slides>9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Projet AR Augmonia</vt:lpstr>
      <vt:lpstr>Sommaire</vt:lpstr>
      <vt:lpstr>Choix du projet</vt:lpstr>
      <vt:lpstr>Comment générer des monstres ?</vt:lpstr>
      <vt:lpstr>Faire un lancer de dé en AR ?</vt:lpstr>
      <vt:lpstr>Simuler un combat en AR ?</vt:lpstr>
      <vt:lpstr>Fusion des fonctionnalités</vt:lpstr>
      <vt:lpstr>Conclusion </vt:lpstr>
      <vt:lpstr>Merci 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tournay</dc:creator>
  <cp:lastModifiedBy>CLARA TOURNAY</cp:lastModifiedBy>
  <cp:revision>25</cp:revision>
  <dcterms:created xsi:type="dcterms:W3CDTF">2025-06-01T13:47:29Z</dcterms:created>
  <dcterms:modified xsi:type="dcterms:W3CDTF">2025-06-06T07:31:04Z</dcterms:modified>
</cp:coreProperties>
</file>